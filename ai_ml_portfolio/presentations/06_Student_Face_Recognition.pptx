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5805f467-7e8f-196f-2d6f-0df361dca3f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Confidence shown vs cosine similarity (from code formula)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Display confidence %</c:v>
                </c:pt>
              </c:strCache>
            </c:strRef>
          </c:tx>
          <c:spPr>
            <a:solidFill>
              <a:srgbClr val="22D3EE"/>
            </a:solidFill>
            <a:ln w="254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0.2</c:v>
                  </c:pt>
                  <c:pt idx="1">
                    <c:v>0.3</c:v>
                  </c:pt>
                  <c:pt idx="2">
                    <c:v>0.4</c:v>
                  </c:pt>
                  <c:pt idx="3">
                    <c:v>0.5</c:v>
                  </c:pt>
                  <c:pt idx="4">
                    <c:v>0.58</c:v>
                  </c:pt>
                  <c:pt idx="5">
                    <c:v>0.7</c:v>
                  </c:pt>
                  <c:pt idx="6">
                    <c:v>0.8</c:v>
                  </c:pt>
                  <c:pt idx="7">
                    <c:v>0.9</c:v>
                  </c:pt>
                  <c:pt idx="8">
                    <c:v>1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15.8</c:v>
                </c:pt>
                <c:pt idx="2">
                  <c:v>31.6</c:v>
                </c:pt>
                <c:pt idx="3">
                  <c:v>47.4</c:v>
                </c:pt>
                <c:pt idx="4">
                  <c:v>60</c:v>
                </c:pt>
                <c:pt idx="5">
                  <c:v>71.4</c:v>
                </c:pt>
                <c:pt idx="6">
                  <c:v>81</c:v>
                </c:pt>
                <c:pt idx="7">
                  <c:v>90.5</c:v>
                </c:pt>
                <c:pt idx="8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FB3C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9FB3CF"/>
                    </a:solidFill>
                    <a:latin typeface="Arial"/>
                  </a:rPr>
                  <a:t>Cosine similarity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3C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3C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project automates classroom attendance. A camera sees the room, a pretrained face network turns each face into a 512-number vector, and the system matches it to enrolled students. Everything in this deck was read from the supplied source code; nothing is quoted from a recording because none was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in one breath: enroll once, scan every period, reports build themselves. Stress that the recognition model is pretrained (VGGFace2 weights), so the engineering contribution is the full pipeline, database, reporting and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roll calls cost teaching time every period. Eight periods a day means eight sessions to record and later total up for the 75% shortage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roles are implemented in code: staff and student. Staff see enrollment, scanner and reports; students see only their own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items below come from requirements.txt and imports. Note openpyxl is imported by report_engine.py but is not listed in requirements.txt, which I list later as a packaging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master slide. Every later slide highlights the matching stage in the footer strip so the audience always knows where they are in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tiers. The vision engine is shared: the Flask app and the standalone desktop scanner (main.py) both reuse FaceDetector and FaceMatcher.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honesty point: config.yaml mentions 3 to 5 enrollment photos, but the web enroll route captures a single frame and stores one vector. I flag that as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MTCNN is a three-stage cascade (P-Net, R-Net, O-Net). The thresholds list [0.6, 0.7, 0.7] are the per-stage confidences. keep_all=True so every face in the classroom frame is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CLAHE works on the L (lightness) channel in LAB colour space, so shadows and backlight are evened out without shifting colours. Normalisation (x-127.5)/128 is the scaling FaceNet-style models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distinction: this is a pretrained network (InceptionResnetV1, VGGFace2 weights from facenet-pytorch), used for inference only. The author did not train it, and no fine-tuning code exists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both vectors are L2-normalised, the dot product equals cosine similarity. The confidence percentage is a display calibration of the similarity (formula from compute_confidence_percentage), not a probability of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 paths exist. The desktop scanner votes over 5 frames and needs 3 agreements; the web scanner marks on a single frame at or above 58 percent but the database UNIQUE constraint prevents duplicate rows per period. Be upfront that the web path has no temporal voting.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session is a unique combination of date, period, class and subject. get_or_create_session guarantees that scanning the same period twice reuses one session instead of creating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attendance_records links students to sessions with UNIQUE(session_id, roll_number). The separate attendance table is the legacy log used only by the desktop tracker.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Shortage uses a 75 percent rule coded in database_manager.py. Reports are generated server side and returned as downloads.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portal is read-only for students and uses the same database. Sessions are role-checked with decorators so a student cannot open staff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labelled schematic redrawn from scanner.html, not a screenshot. Replace it with a real capture of the running app when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facts read from config.yaml and the supplied data files. Counts in the data files are sample or test data and must not be presented as a production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accuracy was provided, so I give the method rather than invented numbers. Sweep the threshold on a labelled set of genuine and impostor attempts and report FAR, FRR and the equal error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findings from reading the code. Presenting them shows engineering maturity: I know what I would fix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 vectors are biometric data. A deployment needs written consent, a retention policy, and a non-biometric fallback for students who opt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by impact: security fixes and multi-sample enrollment first, then measurement, then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each answer in 30 seconds. The strongest ones are 1 and 5 because they show you understand the pretrained model and the evaluation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honest. The first two items are what a recruiter will ask for: a link and a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story: a complete attendance product built around a pretrained face model, with a clear and honest plan for measurement and hardening.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8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8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mthangaraj1980-AI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PORTFOLIO PROJECT  |  COMPUTER VISION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Face Recognition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Attendance: face-based period attendance, reports and a student portal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| Deep Learning | Flask | SQLite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Thangaraj T  |  tmthangaraj1980@gmail.com  |  +91 9952045978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github.com/tmthangaraj1980-AIML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1097280"/>
            <a:ext cx="3291840" cy="3566160"/>
          </a:xfrm>
          <a:prstGeom prst="roundRect">
            <a:avLst>
              <a:gd name="adj" fmla="val 4167"/>
            </a:avLst>
          </a:prstGeom>
          <a:solidFill>
            <a:srgbClr val="0F234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15400" y="1554480"/>
            <a:ext cx="1920240" cy="2286000"/>
          </a:xfrm>
          <a:prstGeom prst="ellipse">
            <a:avLst/>
          </a:prstGeom>
          <a:solidFill>
            <a:srgbClr val="081326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286000"/>
            <a:ext cx="228600" cy="2286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2286000"/>
            <a:ext cx="228600" cy="2286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200400"/>
            <a:ext cx="91440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face vector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graphic (not a screenshot)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source-code reviewed. No repository URL or demo recording supplied for this project.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enroll a student with one webcam capture; a 512-D face vector is stored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class period the scanner detects every face and matches it to enrolled students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students are written to an attendance register for that period (P1 to P8)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range and shortage (&lt;75%) reports export to PDF and Excel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sign in to a portal to see their own attendance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952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0" y="1371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per face embedding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28346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match threshold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43891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4480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5303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periods per day supported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call every period takes minutes from teaching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records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registers need re-keying; totals and percentages are easy to miscount.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2452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registers, cumulative reports and shortage lists are compiled by hand.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student visibility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2452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rarely see their running percentage until a shortage is declared.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period attendance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one face template per student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marks per period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registers and shortage lists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self-service access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staff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students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period session (date, period, subject, class)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live scanner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/ Excel reports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user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847088"/>
            <a:ext cx="3200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roll number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today's periods 1 to 8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subject-wise totals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overall percentage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warning below 75%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 2.3+ (routes, sessions)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 templates, Bootstrap-style UI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live video streaming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and deep learning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(capture, CLAHE, drawing)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facenet-pytorch: MTCNN + InceptionResnetV1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torchvision, Pillow, NumPy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configuration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(students, sessions, records, users)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.npz store of face embeddings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 (thresholds, paths)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for PDF registers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for Excel export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CSV log in the desktop scanner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359843" cy="2651760"/>
          </a:xfrm>
          <a:prstGeom prst="roundRect">
            <a:avLst>
              <a:gd name="adj" fmla="val 5379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1769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17696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register a student and capture a face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44475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9651" y="1463040"/>
            <a:ext cx="1359843" cy="2651760"/>
          </a:xfrm>
          <a:prstGeom prst="roundRect">
            <a:avLst>
              <a:gd name="adj" fmla="val 5379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01091" y="1554480"/>
            <a:ext cx="11769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01091" y="2103120"/>
            <a:ext cx="117696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frames via OpenCV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6927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62103" y="1463040"/>
            <a:ext cx="1359843" cy="2651760"/>
          </a:xfrm>
          <a:prstGeom prst="roundRect">
            <a:avLst>
              <a:gd name="adj" fmla="val 5379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3543" y="1554480"/>
            <a:ext cx="11769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53543" y="2103120"/>
            <a:ext cx="117696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finds faces, crops 160x160, CLAHE lighting fix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49378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14554" y="1463040"/>
            <a:ext cx="1359843" cy="2651760"/>
          </a:xfrm>
          <a:prstGeom prst="roundRect">
            <a:avLst>
              <a:gd name="adj" fmla="val 5379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05994" y="1554480"/>
            <a:ext cx="11769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05994" y="2103120"/>
            <a:ext cx="117696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gives a 512-D vector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01830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67006" y="1463040"/>
            <a:ext cx="1359843" cy="2651760"/>
          </a:xfrm>
          <a:prstGeom prst="roundRect">
            <a:avLst>
              <a:gd name="adj" fmla="val 5379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58446" y="1554480"/>
            <a:ext cx="11769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58446" y="2103120"/>
            <a:ext cx="117696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vs enrolled vectors, threshold 0.58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54281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19457" y="1463040"/>
            <a:ext cx="1359843" cy="2651760"/>
          </a:xfrm>
          <a:prstGeom prst="roundRect">
            <a:avLst>
              <a:gd name="adj" fmla="val 5379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10897" y="1554480"/>
            <a:ext cx="11769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810897" y="2103120"/>
            <a:ext cx="117696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saved per session in SQLite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06733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71909" y="1463040"/>
            <a:ext cx="1359843" cy="2651760"/>
          </a:xfrm>
          <a:prstGeom prst="roundRect">
            <a:avLst>
              <a:gd name="adj" fmla="val 5379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63349" y="1554480"/>
            <a:ext cx="11769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463349" y="2103120"/>
            <a:ext cx="117696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PDF/Excel, student portal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runs once per student. Stages 2 to 6 repeat for every frame of every class period. Stage 7 reads the saved records.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dashboard, enroll, scanner, reports, student portal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app.py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role checks (staff/student), camera manager, MJPEG feeds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engine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FaceDetector (MTCNN)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FaceMatcher (FaceNet)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attendance.db (SQLite)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face_embeddings.npz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enrolled_faces/*.jpg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report_engine.py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Excel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entry point: desktop scanner (main.py)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36008"/>
            <a:ext cx="10908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window with FPS, face boxes and status. Adds a 5-frame voting buffer, a 300 s cooldown and logs to a SQLite attendance table plus a daily CSV.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Student enrollment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form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no, name, degree, dept, year, sem, section, password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preview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feed with "Align Face Here" box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1 frame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manager reads a frame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detect_and_crop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face, CLAHE, normalised tensor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to .npz, JPG, student + user rows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114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code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44568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 and name are required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 found: request rejected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 is the vector key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397764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114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note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544568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lists 3 to 5 photos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route uses one capture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and 3: capture and face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99182" cy="1737360"/>
          </a:xfrm>
          <a:prstGeom prst="roundRect">
            <a:avLst>
              <a:gd name="adj" fmla="val 4211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DynamicCameraManager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2416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thread-safe, ref-counted, 1280x720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3814" y="21488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8990" y="1280160"/>
            <a:ext cx="2599182" cy="1737360"/>
          </a:xfrm>
          <a:prstGeom prst="roundRect">
            <a:avLst>
              <a:gd name="adj" fmla="val 4211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(BGR)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0430" y="1920240"/>
            <a:ext cx="2416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RGB / PIL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5604" y="21488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40780" y="1280160"/>
            <a:ext cx="2599182" cy="1737360"/>
          </a:xfrm>
          <a:prstGeom prst="roundRect">
            <a:avLst>
              <a:gd name="adj" fmla="val 4211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detect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32220" y="1920240"/>
            <a:ext cx="2416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+ probabilities, all faces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67394" y="21488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32570" y="1280160"/>
            <a:ext cx="2599182" cy="1737360"/>
          </a:xfrm>
          <a:prstGeom prst="roundRect">
            <a:avLst>
              <a:gd name="adj" fmla="val 4211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401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4010" y="1920240"/>
            <a:ext cx="24163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prob &gt;= 0.60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5486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MTCNN setting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min_face_size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(P/R/O-Net)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/ 0.7 / 0.7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factor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around box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keep_all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(multi-face)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309360" y="32918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3858768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answers "where are faces?"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answers "whose face?"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support lets one frame cover a whole row of students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crop, resize, lighting normalisation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+ margin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+/- 20 px, clamped to frame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x 160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L-channel, clip 2.0, 8x8 tiles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[1,3,160,160]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- 127.5) / 128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886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15968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preprocessing is applied at enrollment and at scan time, so stored and live vectors are comparable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targets uneven classroom lighting, one of the main failure causes for face recognition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face embedding with FaceNet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tensor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x 3 x 160 x 160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381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8990" y="128016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InceptionResnetV1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0430" y="192024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= vggface2, eval mode, no_grad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560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40780" y="128016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vector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32220" y="192024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embedding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6739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32570" y="128016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4010" y="13716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4010" y="192024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length, float32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703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embedding is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133088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in 512-D space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person: points close together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people: points far apart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703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provenance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133088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Pretrained, not trained here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only (classify=False)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this deployment, not on the paper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matching with cosine similarity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126480" y="12344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280160"/>
            <a:ext cx="548640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steps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47088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live face (unit vector)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with every enrolled vector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highest similarity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0.58: identity accepted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0.58: face stays Unknown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search: fine for a class, slow for thousands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5120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60% display point sits exactly at the 0.58 threshold.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to 6: decision logic and duplicate control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scanner (main.py + attendance_tracker.py)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20824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match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confidence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05456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1645920"/>
            <a:ext cx="2020824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17373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 buffer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228600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18888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84064" y="1645920"/>
            <a:ext cx="2020824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75504" y="17373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&gt;= 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75504" y="228600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 in window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0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97496" y="1645920"/>
            <a:ext cx="2020824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88936" y="17373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88936" y="228600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SQLite + CSV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445752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10928" y="1645920"/>
            <a:ext cx="2020824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02368" y="173736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802368" y="228600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s, no duplicates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scanner (app.py)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2599182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93192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match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80560"/>
            <a:ext cx="2416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confidence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83814" y="46177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48990" y="3840480"/>
            <a:ext cx="2599182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40430" y="393192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&gt;= 58%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440430" y="4480560"/>
            <a:ext cx="2416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decision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75604" y="46177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40780" y="3840480"/>
            <a:ext cx="2599182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32220" y="393192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32220" y="4480560"/>
            <a:ext cx="2416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REPLACE per session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67394" y="46177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32570" y="3840480"/>
            <a:ext cx="2599182" cy="1554480"/>
          </a:xfrm>
          <a:prstGeom prst="roundRect">
            <a:avLst>
              <a:gd name="adj" fmla="val 470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24010" y="393192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UNIQUE(session, roll)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224010" y="4480560"/>
            <a:ext cx="2416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student per period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period session and live scanner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selects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period 1-8, subject, class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/api/init_session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 create session_id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/video_feed/scanner?session_id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mark_student_present()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/api/session_attendees list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114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44568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+ period + degree + department + year + semester + section. Subject code and staff name are stored on the session for later reporting.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(SQLite)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roll_number (PK)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degree, dept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sem, section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756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attendance_sessions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4708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(PK)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period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staff, 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attendance_records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4708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(FK)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roll_number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confidence, status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9828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1847088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password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staff / student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2423160"/>
            <a:ext cx="1371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2423160"/>
            <a:ext cx="1371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931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store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61688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face_embeddings.npz holds one 512-D vector per roll number. Enrolled JPGs are saved to data/enrolled_faces/.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931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log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361688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attendance(student_id, timestamp, confidence, status) is written by the desktop scanner, alongside daily CSV files.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reports and exports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date range, class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381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899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SQLite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043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range / shortage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560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4078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table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3222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screen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6739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3257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401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401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(ReportLab) or Excel (openpyxl)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3657600" cy="2423160"/>
          </a:xfrm>
          <a:prstGeom prst="roundRect">
            <a:avLst>
              <a:gd name="adj" fmla="val 3019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register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4164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x P1..P8 matrix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and day 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3657600" cy="2423160"/>
          </a:xfrm>
          <a:prstGeom prst="roundRect">
            <a:avLst>
              <a:gd name="adj" fmla="val 3019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report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04164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 to dates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attendance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8160" y="347472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report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041648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below 75%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at-risk students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student portal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 + password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381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899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043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student_required decorator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560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4078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3222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get_student_portal_data()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6739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32570" y="1371600"/>
            <a:ext cx="259918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401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4010" y="2011680"/>
            <a:ext cx="2416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periods, subjects, overall 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5532120" cy="2423160"/>
          </a:xfrm>
          <a:prstGeom prst="roundRect">
            <a:avLst>
              <a:gd name="adj" fmla="val 3019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611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4164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status for periods 1 to 8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held / attended / %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percentage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3474720"/>
            <a:ext cx="5532120" cy="2423160"/>
          </a:xfrm>
          <a:prstGeom prst="roundRect">
            <a:avLst>
              <a:gd name="adj" fmla="val 3019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611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04164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warning below 75%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percentage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 (schematic of the scanner page)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0B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6583680" cy="731520"/>
          </a:xfrm>
          <a:prstGeom prst="rect">
            <a:avLst/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| Dept | Year/Sem | Section/Period | Subject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931920" cy="3383280"/>
          </a:xfrm>
          <a:prstGeom prst="rect">
            <a:avLst/>
          </a:prstGeom>
          <a:solidFill>
            <a:srgbClr val="050C1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926080"/>
            <a:ext cx="1463040" cy="1737360"/>
          </a:xfrm>
          <a:prstGeom prst="rect">
            <a:avLst/>
          </a:prstGeom>
          <a:solidFill>
            <a:srgbClr val="050C18"/>
          </a:solidFill>
          <a:ln w="317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(92%) [PRESENT]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3200400"/>
            <a:ext cx="1097280" cy="1371600"/>
          </a:xfrm>
          <a:prstGeom prst="rect">
            <a:avLst/>
          </a:prstGeom>
          <a:solidFill>
            <a:srgbClr val="050C18"/>
          </a:solidFill>
          <a:ln w="3175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2468880" cy="3383280"/>
          </a:xfrm>
          <a:prstGeom prst="rect">
            <a:avLst/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| Name | Time |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3716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session settings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0" y="25146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+ face boxes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36576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attendee table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8463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box: matched at or above threshold. Red box: Unknown or still verifying.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5669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schematic, not a real screenshot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configuration and evidence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(config.yaml)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MTCNN, face 160x160, margin 20, min prob 0.60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InceptionResnetV1, vggface2, 512-D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threshold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 0.58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(desktop)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matches in a 5-frame window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cooldown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seconds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Shortage rule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75% attendance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28016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data files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847088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enrolled vectors in the .npz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sessions, 10 records in DB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/ test data only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98080" y="384048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40740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/ FRR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latency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accuracy should be evaluated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5605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measure 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or wrong person accepted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Impostor attempts above 0.58 / all impostor attempts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Enrolled student 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attempts below 0.58 / all genuine attempts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identity returned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class photos, per-student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 / threshold sweep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FAR equals FRR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 threshold 0.40 to 0.80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Lighting, angle, glasses, distance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results per condition, not as a single number.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enrollment frame per student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liveness / anti-spoofing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0.58 not yet calibrated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buffers keyed by list index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scanner marks on one frame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in plain text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admin account and static secret key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off, but host 0.0.0.0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missing from requirements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loaded twice in matcher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match search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consent and responsible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informed, written, opt-out path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46304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10312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vectors, not extra images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46304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10312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passwords, encrypt store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46304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10312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 leaving the course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46304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10312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access to biometric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274552" cy="2057400"/>
          </a:xfrm>
          <a:prstGeom prst="roundRect">
            <a:avLst>
              <a:gd name="adj" fmla="val 3556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consider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407408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Bias: measure error rates across skin tones, ages and lighting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faces are not logged, which limits data collection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and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passwords, env secret, add openpyxl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5 enrollment photos, average vector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/ FRR on labelled set, tune threshold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check, tracking IDs, voting in web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index, CSV import, audit log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Did you train the face model?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MTCNN and InceptionResnetV1 (VGGFace2 weights) are pretrained. I built detection-to-database pipeline, matching and reports.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cosine similarity?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3288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L2-normalised, so a dot product gives cosine similarity; the 0.58 threshold separates match from unknown.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Detection vs recognition?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9300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locates faces (MTCNN). Recognition decides identity by comparing embeddings (FaceNet + matcher).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do you avoid false marks and duplicates?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53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3-of-5 voting and 300 s cooldown on desktop; UNIQUE(session, roll) in the database for web.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would you evaluate accuracy?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413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genuine and impostor pairs, sweep the threshold, report FAR, FRR, EER per lighting and angle condition.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missing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smart_attendance.zip (reviewed)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github.com/tmthangaraj1980-AIML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repo URL confirmed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demo link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unverified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recording or real screenshots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accuracy, FAR, FRR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real enrolled students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hardware and room setup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status in a college</a:t>
            </a:r>
            <a:endParaRPr lang="en-US" sz="1600" dirty="0"/>
          </a:p>
        </p:txBody>
      </p:sp>
      <p:sp>
        <p:nvSpPr>
          <p:cNvPr id="9" name="Text 7">
            <a:hlinkClick r:id="rId1" tooltip=""/>
          </p:cNvPr>
          <p:cNvSpPr txBox="1"/>
          <p:nvPr/>
        </p:nvSpPr>
        <p:spPr>
          <a:xfrm>
            <a:off x="64008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22D3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github.com/tmthangaraj1980-AIML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Enroll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8483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8483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12464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12464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0096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0096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Embed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67728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0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22992" y="614476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22992" y="6144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2140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pipeline design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deep-learning inference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full-stack with role access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and reporting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and risk thinking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21408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roll call with a scan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registers and shortage lists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students self-service visibility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a measured, secure v2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Thangaraj T  |  tmthangaraj1980@gmail.com  |  +91 9952045978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Navy">
  <a:themeElements>
    <a:clrScheme name="Portfolio Navy">
      <a:dk1>
        <a:srgbClr val="081326"/>
      </a:dk1>
      <a:lt1>
        <a:srgbClr val="FFFFFF"/>
      </a:lt1>
      <a:dk2>
        <a:srgbClr val="0F2342"/>
      </a:dk2>
      <a:lt2>
        <a:srgbClr val="9FB3CF"/>
      </a:lt2>
      <a:accent1>
        <a:srgbClr val="22D3EE"/>
      </a:accent1>
      <a:accent2>
        <a:srgbClr val="3B82F6"/>
      </a:accent2>
      <a:accent3>
        <a:srgbClr val="34D399"/>
      </a:accent3>
      <a:accent4>
        <a:srgbClr val="FBBF24"/>
      </a:accent4>
      <a:accent5>
        <a:srgbClr val="F87171"/>
      </a:accent5>
      <a:accent6>
        <a:srgbClr val="A78BFA"/>
      </a:accent6>
      <a:hlink>
        <a:srgbClr val="22D3EE"/>
      </a:hlink>
      <a:folHlink>
        <a:srgbClr val="9FB3CF"/>
      </a:folHlink>
    </a:clrScheme>
    <a:fontScheme name="Portfolio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Student Face Recognition System</dc:title>
  <dc:subject>PptxGenJS Presentation</dc:subject>
  <dc:creator>Thangaraj T</dc:creator>
  <cp:lastModifiedBy>Thangaraj T</cp:lastModifiedBy>
  <cp:revision>1</cp:revision>
  <dcterms:created xsi:type="dcterms:W3CDTF">2026-10-22T11:13:13Z</dcterms:created>
  <dcterms:modified xsi:type="dcterms:W3CDTF">2026-10-22T11:13:13Z</dcterms:modified>
</cp:coreProperties>
</file>