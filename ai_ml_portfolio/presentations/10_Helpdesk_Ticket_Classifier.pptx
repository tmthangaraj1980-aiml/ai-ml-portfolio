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f264099e-fabe-490d-240b-66af3c016be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F1 score per category (200 test tickets)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Access Request</c:v>
                  </c:pt>
                  <c:pt idx="1">
                    <c:v>Account Access</c:v>
                  </c:pt>
                  <c:pt idx="2">
                    <c:v>Attendance</c:v>
                  </c:pt>
                  <c:pt idx="3">
                    <c:v>Email Issue</c:v>
                  </c:pt>
                  <c:pt idx="4">
                    <c:v>HR Query</c:v>
                  </c:pt>
                  <c:pt idx="5">
                    <c:v>Hardware Issue</c:v>
                  </c:pt>
                  <c:pt idx="6">
                    <c:v>Leave Management</c:v>
                  </c:pt>
                  <c:pt idx="7">
                    <c:v>Login Issue</c:v>
                  </c:pt>
                  <c:pt idx="8">
                    <c:v>Network Issue</c:v>
                  </c:pt>
                  <c:pt idx="9">
                    <c:v>Password Reset</c:v>
                  </c:pt>
                  <c:pt idx="10">
                    <c:v>Payroll</c:v>
                  </c:pt>
                  <c:pt idx="11">
                    <c:v>Printer Issue</c:v>
                  </c:pt>
                  <c:pt idx="12">
                    <c:v>Security/Phishing</c:v>
                  </c:pt>
                  <c:pt idx="13">
                    <c:v>Software Installation</c:v>
                  </c:pt>
                  <c:pt idx="14">
                    <c:v>Unclassified</c:v>
                  </c:pt>
                  <c:pt idx="15">
                    <c:v>VPN Issue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0.89</c:v>
                </c:pt>
                <c:pt idx="2">
                  <c:v>0.96</c:v>
                </c:pt>
                <c:pt idx="3">
                  <c:v>1</c:v>
                </c:pt>
                <c:pt idx="4">
                  <c:v>1</c:v>
                </c:pt>
                <c:pt idx="5">
                  <c:v>0.95</c:v>
                </c:pt>
                <c:pt idx="6">
                  <c:v>1</c:v>
                </c:pt>
                <c:pt idx="7">
                  <c:v>0.85</c:v>
                </c:pt>
                <c:pt idx="8">
                  <c:v>0.9</c:v>
                </c:pt>
                <c:pt idx="9">
                  <c:v>0.87</c:v>
                </c:pt>
                <c:pt idx="10">
                  <c:v>0.96</c:v>
                </c:pt>
                <c:pt idx="11">
                  <c:v>0.91</c:v>
                </c:pt>
                <c:pt idx="12">
                  <c:v>0.92</c:v>
                </c:pt>
                <c:pt idx="13">
                  <c:v>1</c:v>
                </c:pt>
                <c:pt idx="14">
                  <c:v>1</c:v>
                </c:pt>
                <c:pt idx="15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3C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supervised NLP: text in, one of 16 categories out. The ML part is TF-IDF + Logistic Regression. Priority, ETA and troubleshooting steps are a lookup table keyed by the predicted category, not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carry the story. All are from the notebook, not from the app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triage delays routing and resolution. Wrong routing means re-assignment and longer waits.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are employees raising tickets and the IT service desk receiving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README, requirements.txt and imports. runtime.txt pins Python 3.12.10; gunicorn is listed for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slide. Stages 2 to 4 are ML; stage 5 is a rule-based knowledge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Flask process loads both pickles at start. The knowledge base is a Python dictionary in utils/helpdesk_data.py.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output: 1,000 rows, 6 columns, no nulls, no duplicate rows. Stratified 80/20 split with random_state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weights words that are frequent in a ticket but rare across tickets. Bigrams capture phrases like "password reset".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scikit-learn settings. predict_proba gives a probability per class; the app shows the maximum as confidence and the top three as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interview point. Only the category and probabilities come from the trained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stratified split, 200 test tickets. Weighted and macro averages come from the classification report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Weakest classes: Login Issue 0.85, Password Reset 0.87, Network Issue 0.90, VPN Issue 0.89. Confusions are between semantically close categories such as login and password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ran the committed model files on three tickets. These are real outputs of the repo model, shown to illustrate the response, not as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screenshots are in the repository, so this is a labelled schematic redrawn from the template: sample ticket buttons, result card, top-3 list, steps and a copy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endpoint. Useful to describe for backend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engineering review of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by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answer 4: it shows you found a real train/serve skew.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Render URL yourself before sharing; free instances sleep and may take a minute to wake.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pipeline plus the self-review: you found the preprocessing mismatch and the knowledge-base gap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mthangaraj1980-AIML/AI_Helpdesk_Ticket_Classifie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PORTFOLIO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Helpdesk Ticket Classification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that classifies IT support tickets with TF-IDF and Logistic Regression, then shows routing guidance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| Machine Learning | IT Service Management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github.com/tmthangaraj1980-AIML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137160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0F234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graphic (not a screenshot)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URL from README could not be verified from the build environment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types a support ticket in plain English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a category with a confidence score and top 3 alternatives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shows assigned team, priority, ETA and troubleshooting steps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backend, Bootstrap 5 front end using the Fetch API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1,000 labelled tickets in the notebook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0" y="1371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in the trained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8346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200 held-out tickets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4389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4480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5303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triage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and tag every ticket by hand.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Mis-routing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team means reassignment and delay.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priority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items such as phishing can sit in the queue.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answers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fix steps are typed again and again.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ticket text automatically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confidence and top 3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right team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first-line fix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desk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47088"/>
            <a:ext cx="3200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routing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guidance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tagging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TF-IDF + Logistic Regression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model persistence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NLTK stopwords (notebook)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3.0.3, gunicorn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/predict endpoint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Bootstrap 5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Fetch API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tickets, copy solution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URL documented in README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verifiable from build environment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 issue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1988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8506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650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7650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symbols, remove stopwords (training)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4774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292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436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436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bigrams, 1,564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7560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4078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222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probabilities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346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6864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008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6008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priority, ETA, steps by category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3132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9650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879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18794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result card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live /predict route does not apply the cleaning step; see the limitations slide.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Bootstrap, Fetch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{ticket}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tfidf.pkl + lr_model.pkl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predict_proba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HELPDESK_DATA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priority, ETA, steps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reply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confidence, top 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36008"/>
            <a:ext cx="10908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ticket returns HTTP 400. Exceptions return HTTP 500 JSON. 404 and 500 pages are referenced in code but the templates are not in the repository.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(notebook)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/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/ 6 (ticket, category, ticket_id, priority, dept, timestamp)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 roughly 57 to 73 tickets each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train / 200 test, stratified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lowercase, letters only, NLTK stopwords removed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short, templated sentences; looks synthetic (not confirmed)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 categories include six not in the 10-category knowledge base: Login Issue, Payroll, Attendance, HR Query, Leave Management, Unclassified.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and TF-IDF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19456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46888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19456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only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digits, punctuation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46888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19456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English list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46888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19456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 (1,2), min_df 1, max_df 0.95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46888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19456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x 1,564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1127455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023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453128"/>
            <a:ext cx="10908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vectorizer is fitted on the 800 training tickets and only transforms the test set, which avoids vocabulary leakage.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1,564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parameters, multi-class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values summing to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= category; top 3 shown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1274552" cy="2331720"/>
          </a:xfrm>
          <a:prstGeom prst="roundRect">
            <a:avLst>
              <a:gd name="adj" fmla="val 313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703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33088"/>
            <a:ext cx="10908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on TF-IDF is fast, needs little data, and its probabilities are easy to explain. It is a strong baseline before trying transformers.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outputs are ML and which are rules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583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(Logistic Regression)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and top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(predict_proba)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team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Rule: dictionary by 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Rule: fixed per 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resolution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Rule: fixed per 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steps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Rule: 5 hand-written steps per 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280160"/>
            <a:ext cx="4389120" cy="4617720"/>
          </a:xfrm>
          <a:prstGeom prst="roundRect">
            <a:avLst>
              <a:gd name="adj" fmla="val 1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gap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847088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covers 10 categories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16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6 get a generic reply: IT Support, Medium, 1 Business Day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evaluation (verified from the notebook)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19272" y="13716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19272" y="1508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19272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3716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508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43416" y="13716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43416" y="1508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43416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74552" cy="2697480"/>
          </a:xfrm>
          <a:prstGeom prst="roundRect">
            <a:avLst>
              <a:gd name="adj" fmla="val 271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67328"/>
            <a:ext cx="10908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average precision 0.95, recall 0.94, F1 0.94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once on 200 tickets; no cross-validation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 on short templated text may overstate real-world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score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11247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classifications (saved model run)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7068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predicted categories (probability)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VPN is not connecting from home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Issue 52.6%, Access Request 5.4%, Password Reset 4.6%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received a suspicious email asking for my password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Security/Phishing 43.6%, Password Reset 13.8%, Email Issue 5.3%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printer is out of toner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Printer Issue 89.2%, Network Issue 0.9%, Hardware Issue 0.8%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a probability spread over 16 classes, so a correct answer can show roughly 50%.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 (schematic from index.html)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0B1D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658368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issue...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583680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[Forgot my password.] [VPN not connecting] [Printer offline] 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200400" cy="2468880"/>
          </a:xfrm>
          <a:prstGeom prst="rect">
            <a:avLst/>
          </a:prstGeom>
          <a:solidFill>
            <a:srgbClr val="0F234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confidence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| Priority | ETA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3291840"/>
            <a:ext cx="3200400" cy="2468880"/>
          </a:xfrm>
          <a:prstGeom prst="rect">
            <a:avLst/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[Copy solution]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137160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input and sample tickets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0" y="224028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+ confidence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team, priority, ETA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0" y="397764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copy button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120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schematic, not a real screenshot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/predict with JSON {"ticket": "..."}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prediction, confidence, assigned_team, priority, eta, resolution[], top_predictions[]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ticket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400 with an error message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500 with the exception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serve mismatch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cleans text before training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/predict passes raw text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check on the held-out split: about 1 point lower (approximate stopwords)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16 categories have no entry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fallback reply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fixed, not learned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split, no cross-validation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looks templated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calibrated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and 500 templates missing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text says Streamlit, app is Flask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uses debug=True locally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and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clean_text in /predict, add missing templates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entries for all 16 classes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real tickets, calibration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SVM, embeddings, transformers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tool API, feedback loop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everything shown a model prediction?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Only category and probabilities. Team, priority, ETA and steps come from a dictionary keyed by category.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good is the model?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3288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accuracy and 0.94 weighted F1 on 200 held-out tickets from one stratified split; I would confirm with cross-validation on real tickets.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TF-IDF with Logistic Regression?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9300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explainable baseline for short text with probabilities; transformers are the next step if data grows.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bug would you fix first?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53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cleans text but /predict does not; I would apply the same clean_text function at inference.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can confidence look low on correct answers?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13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spread over 16 classes and is not calibrated; calibration or a threshold review would help.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missing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code, notebook, models, dataset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live URL (below)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metrics (accuracy 0.94)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unverified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demo (could not reach the URL from the build environment)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results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ticket data</a:t>
            </a:r>
            <a:endParaRPr lang="en-US" sz="1600" dirty="0"/>
          </a:p>
        </p:txBody>
      </p:sp>
      <p:sp>
        <p:nvSpPr>
          <p:cNvPr id="9" name="Text 7">
            <a:hlinkClick r:id="rId1" tooltip=""/>
          </p:cNvPr>
          <p:cNvSpPr txBox="1"/>
          <p:nvPr/>
        </p:nvSpPr>
        <p:spPr>
          <a:xfrm>
            <a:off x="640080" y="4572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22D3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github.com/tmthangaraj1980-AIML/AI_Helpdesk_Ticket_Classifier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63724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63724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0248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0248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TF-IDF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6772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6772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3296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83296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Lookup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89820" y="6144768"/>
            <a:ext cx="1741932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89820" y="6144768"/>
            <a:ext cx="174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pipeline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JSON API and Bootstrap UI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ML output from rules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code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21408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 ticket routing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improvement path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story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Navy">
  <a:themeElements>
    <a:clrScheme name="Portfolio Navy">
      <a:dk1>
        <a:srgbClr val="081326"/>
      </a:dk1>
      <a:lt1>
        <a:srgbClr val="FFFFFF"/>
      </a:lt1>
      <a:dk2>
        <a:srgbClr val="0F2342"/>
      </a:dk2>
      <a:lt2>
        <a:srgbClr val="9FB3CF"/>
      </a:lt2>
      <a:accent1>
        <a:srgbClr val="22D3EE"/>
      </a:accent1>
      <a:accent2>
        <a:srgbClr val="3B82F6"/>
      </a:accent2>
      <a:accent3>
        <a:srgbClr val="34D399"/>
      </a:accent3>
      <a:accent4>
        <a:srgbClr val="FBBF24"/>
      </a:accent4>
      <a:accent5>
        <a:srgbClr val="F87171"/>
      </a:accent5>
      <a:accent6>
        <a:srgbClr val="A78BFA"/>
      </a:accent6>
      <a:hlink>
        <a:srgbClr val="22D3EE"/>
      </a:hlink>
      <a:folHlink>
        <a:srgbClr val="9FB3CF"/>
      </a:folHlink>
    </a:clrScheme>
    <a:fontScheme name="Portfolio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Helpdesk Ticket Classification</dc:title>
  <dc:subject>PptxGenJS Presentation</dc:subject>
  <dc:creator>Thangaraj T</dc:creator>
  <cp:lastModifiedBy>Thangaraj T</cp:lastModifiedBy>
  <cp:revision>1</cp:revision>
  <dcterms:created xsi:type="dcterms:W3CDTF">2026-10-22T11:22:07Z</dcterms:created>
  <dcterms:modified xsi:type="dcterms:W3CDTF">2026-10-22T11:22:07Z</dcterms:modified>
</cp:coreProperties>
</file>